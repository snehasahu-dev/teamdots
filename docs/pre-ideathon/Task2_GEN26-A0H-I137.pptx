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>
        <p:scale>
          <a:sx n="119" d="100"/>
          <a:sy n="119" d="100"/>
        </p:scale>
        <p:origin x="1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01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Introduce your team and the domain you have chosen</a:t>
            </a: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39" y="3593592"/>
            <a:ext cx="10616185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Team Name – Team Dots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Team Members –  Sneha Sahu - CB.SC.U4CSE26655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     - K.V Rubika- CB.SC.U4CSE26623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     -Chittem Amrutha Varshini- CB.SC.U4CSE26017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    - Katta Hamshika Padmini- CB.SC.U4CSE26323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Selected Domain – DOMAIN 1</a:t>
            </a:r>
            <a:endParaRPr lang="en-US" sz="1600" dirty="0"/>
          </a:p>
          <a:p>
            <a:pPr marL="285750" lvl="0" indent="-285750">
              <a:buFont typeface="Wingdings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</a:rPr>
              <a:t>Problem Statement –</a:t>
            </a:r>
            <a:r>
              <a:rPr lang="en-IN" sz="1600" dirty="0">
                <a:solidFill>
                  <a:schemeClr val="bg2"/>
                </a:solidFill>
              </a:rPr>
              <a:t> Food-service providers face challenges in predicting demand due to changing customer patterns , leading to food waste and shortages. An AI-based forecasting system can analyse historical data and relevant factors to predict demand and optimize food preparation.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DOTS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Explain the problem in your domain simply, in your own words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What exactly needs to be solved?</a:t>
            </a:r>
            <a:r>
              <a:rPr lang="en-IN" dirty="0"/>
              <a:t> 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dirty="0"/>
              <a:t>Food businesses often find it difficult to know </a:t>
            </a:r>
            <a:r>
              <a:rPr lang="en-IN" b="1" dirty="0"/>
              <a:t>how much food to prepare each day</a:t>
            </a:r>
            <a:r>
              <a:rPr lang="en-IN" dirty="0"/>
              <a:t>.</a:t>
            </a:r>
          </a:p>
          <a:p>
            <a:pPr marL="285750" lvl="0" indent="-285750">
              <a:buFont typeface="Wingdings" pitchFamily="2" charset="2"/>
              <a:buChar char="§"/>
            </a:pPr>
            <a:r>
              <a:rPr lang="en-IN" dirty="0"/>
              <a:t>Demand keeps changing because of factors like </a:t>
            </a:r>
            <a:r>
              <a:rPr lang="en-IN" b="1" dirty="0"/>
              <a:t>weather, weekends, holidays, events and the number of customers</a:t>
            </a:r>
            <a:r>
              <a:rPr lang="en-IN" dirty="0"/>
              <a:t>.</a:t>
            </a:r>
          </a:p>
          <a:p>
            <a:pPr marL="285750" lvl="0" indent="-285750">
              <a:buFont typeface="Wingdings" pitchFamily="2" charset="2"/>
              <a:buChar char="§"/>
            </a:pPr>
            <a:r>
              <a:rPr lang="en-IN" dirty="0"/>
              <a:t>This can result in </a:t>
            </a:r>
            <a:r>
              <a:rPr lang="en-IN" b="1" dirty="0"/>
              <a:t>too much food being prepared and wasted</a:t>
            </a:r>
            <a:r>
              <a:rPr lang="en-IN" dirty="0"/>
              <a:t>, or too little food being available.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/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Why is it important right now?</a:t>
            </a:r>
          </a:p>
          <a:p>
            <a:pPr marL="285750" lvl="0" indent="-285750">
              <a:buFont typeface="Wingdings" pitchFamily="2" charset="2"/>
              <a:buChar char="§"/>
            </a:pPr>
            <a:r>
              <a:rPr lang="en-IN" dirty="0"/>
              <a:t>A lot of food gets wasted simply because the actual demand is difficult to predict.</a:t>
            </a:r>
          </a:p>
          <a:p>
            <a:pPr marL="285750" lvl="0" indent="-285750">
              <a:buFont typeface="Wingdings" pitchFamily="2" charset="2"/>
              <a:buChar char="§"/>
            </a:pPr>
            <a:r>
              <a:rPr lang="en-IN" dirty="0"/>
              <a:t>Food wastage also means </a:t>
            </a:r>
            <a:r>
              <a:rPr lang="en-IN" b="1" dirty="0"/>
              <a:t>wasted money, ingredients, time and resources</a:t>
            </a:r>
            <a:r>
              <a:rPr lang="en-IN" dirty="0"/>
              <a:t>.</a:t>
            </a:r>
          </a:p>
          <a:p>
            <a:pPr marL="285750" lvl="0" indent="-285750">
              <a:buFont typeface="Wingdings" pitchFamily="2" charset="2"/>
              <a:buChar char="§"/>
            </a:pPr>
            <a:r>
              <a:rPr lang="en-IN" dirty="0"/>
              <a:t>A better way of predicting demand can help businesses </a:t>
            </a:r>
            <a:r>
              <a:rPr lang="en-IN" b="1" dirty="0"/>
              <a:t>prepare the right amount of food, reduce waste and avoid shortages</a:t>
            </a:r>
            <a:r>
              <a:rPr lang="en-IN" dirty="0"/>
              <a:t>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284732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DOTS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1005840" y="2062778"/>
            <a:ext cx="10386508" cy="4246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 dirty="0"/>
              <a:t>Primary users / target group</a:t>
            </a:r>
            <a:endParaRPr lang="en-IN" dirty="0"/>
          </a:p>
          <a:p>
            <a:pPr lvl="1"/>
            <a:r>
              <a:rPr lang="en-IN" dirty="0"/>
              <a:t> College canteens &amp; hostels</a:t>
            </a:r>
          </a:p>
          <a:p>
            <a:pPr lvl="1"/>
            <a:r>
              <a:rPr lang="en-IN" dirty="0"/>
              <a:t> Food-service managers and kitchen staff</a:t>
            </a:r>
          </a:p>
          <a:p>
            <a:pPr lvl="1"/>
            <a:r>
              <a:rPr lang="en-IN" dirty="0"/>
              <a:t> Restaurants &amp; hotels</a:t>
            </a:r>
          </a:p>
          <a:p>
            <a:pPr lvl="1"/>
            <a:r>
              <a:rPr lang="en-IN" dirty="0"/>
              <a:t> Hospitals &amp; cafeterias</a:t>
            </a:r>
          </a:p>
          <a:p>
            <a:endParaRPr lang="en-IN" dirty="0"/>
          </a:p>
          <a:p>
            <a:pPr marL="285750" indent="-285750">
              <a:buFont typeface="Wingdings" pitchFamily="2" charset="2"/>
              <a:buChar char="Ø"/>
            </a:pPr>
            <a:r>
              <a:rPr lang="en-IN" b="1" dirty="0"/>
              <a:t>Secondary stakeholders </a:t>
            </a:r>
            <a:r>
              <a:rPr lang="en-IN" dirty="0"/>
              <a:t> </a:t>
            </a:r>
          </a:p>
          <a:p>
            <a:r>
              <a:rPr lang="en-IN" dirty="0"/>
              <a:t>          Food suppliers</a:t>
            </a:r>
          </a:p>
          <a:p>
            <a:r>
              <a:rPr lang="en-IN" dirty="0"/>
              <a:t>          Customers/students</a:t>
            </a:r>
          </a:p>
          <a:p>
            <a:r>
              <a:rPr lang="en-IN" dirty="0"/>
              <a:t>          Food distribution &amp; waste-management services</a:t>
            </a:r>
          </a:p>
          <a:p>
            <a:pPr lvl="0"/>
            <a:endParaRPr lang="en-IN" dirty="0"/>
          </a:p>
          <a:p>
            <a:pPr marL="285750" indent="-285750">
              <a:buFont typeface="Wingdings" pitchFamily="2" charset="2"/>
              <a:buChar char="Ø"/>
            </a:pPr>
            <a:r>
              <a:rPr lang="en-IN" b="1" dirty="0"/>
              <a:t>Who benefits?</a:t>
            </a:r>
          </a:p>
          <a:p>
            <a:r>
              <a:rPr lang="en-IN" b="1" dirty="0"/>
              <a:t>          Food-service providers, customers and the environment</a:t>
            </a:r>
            <a:r>
              <a:rPr lang="en-IN" dirty="0"/>
              <a:t> benefit through reduced waste, better</a:t>
            </a:r>
          </a:p>
          <a:p>
            <a:r>
              <a:rPr lang="en-IN" dirty="0"/>
              <a:t>          availability and more efficient use of resources.</a:t>
            </a:r>
          </a:p>
          <a:p>
            <a:endParaRPr lang="en-IN" dirty="0"/>
          </a:p>
          <a:p>
            <a:endParaRPr lang="en-IN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35024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DOTS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914400" y="1919325"/>
            <a:ext cx="10378440" cy="439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Existing scenario</a:t>
            </a:r>
          </a:p>
          <a:p>
            <a:r>
              <a:rPr lang="en-IN" dirty="0"/>
              <a:t>     Most food-service providers decide preparation quantities based on </a:t>
            </a:r>
            <a:r>
              <a:rPr lang="en-IN" b="1" dirty="0"/>
              <a:t>past experience, rough estimates and</a:t>
            </a:r>
          </a:p>
          <a:p>
            <a:r>
              <a:rPr lang="en-IN" b="1" dirty="0"/>
              <a:t>     expected customer turnout</a:t>
            </a:r>
            <a:r>
              <a:rPr lang="en-IN" dirty="0"/>
              <a:t>.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 Relevant factors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 Previous sales/consumption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 Day of the week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 Weather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 Holidays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 Events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 Customer footfall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Current Workflow</a:t>
            </a:r>
          </a:p>
          <a:p>
            <a:r>
              <a:rPr lang="en-IN" b="1" dirty="0"/>
              <a:t>     Analyse past sales &amp; experience</a:t>
            </a:r>
            <a:r>
              <a:rPr lang="en-IN" dirty="0"/>
              <a:t> → </a:t>
            </a:r>
            <a:r>
              <a:rPr lang="en-IN" b="1" dirty="0"/>
              <a:t>Estimate expected customer demand</a:t>
            </a:r>
            <a:r>
              <a:rPr lang="en-IN" dirty="0"/>
              <a:t> → </a:t>
            </a:r>
            <a:r>
              <a:rPr lang="en-IN" b="1" dirty="0"/>
              <a:t>Plan item-wise quantities</a:t>
            </a:r>
            <a:r>
              <a:rPr lang="en-IN" dirty="0"/>
              <a:t> →      </a:t>
            </a:r>
            <a:endParaRPr lang="en-IN" b="1" dirty="0"/>
          </a:p>
          <a:p>
            <a:r>
              <a:rPr lang="en-IN" b="1" dirty="0"/>
              <a:t>     Purchase ingredients &amp; prepare food</a:t>
            </a:r>
            <a:r>
              <a:rPr lang="en-IN" dirty="0"/>
              <a:t> → </a:t>
            </a:r>
            <a:r>
              <a:rPr lang="en-IN" b="1" dirty="0"/>
              <a:t>Serve customers</a:t>
            </a:r>
            <a:r>
              <a:rPr lang="en-IN" dirty="0"/>
              <a:t> → </a:t>
            </a:r>
            <a:r>
              <a:rPr lang="en-IN" b="1" dirty="0"/>
              <a:t>Actual demand is observed</a:t>
            </a:r>
            <a:r>
              <a:rPr lang="en-IN" dirty="0"/>
              <a:t> → </a:t>
            </a:r>
            <a:r>
              <a:rPr lang="en-IN" b="1" dirty="0"/>
              <a:t>Shortages occur</a:t>
            </a:r>
            <a:endParaRPr lang="en-IN" dirty="0"/>
          </a:p>
          <a:p>
            <a:r>
              <a:rPr lang="en-IN" dirty="0"/>
              <a:t>    →</a:t>
            </a:r>
            <a:r>
              <a:rPr lang="en-IN" b="1" dirty="0"/>
              <a:t>Adjust future planning</a:t>
            </a:r>
            <a:endParaRPr lang="en-IN" dirty="0"/>
          </a:p>
          <a:p>
            <a:r>
              <a:rPr lang="en-IN" dirty="0"/>
              <a:t> </a:t>
            </a:r>
            <a:r>
              <a:rPr lang="en-IN" b="1" dirty="0"/>
              <a:t>Adjust future planning</a:t>
            </a:r>
            <a:endParaRPr lang="en-IN" dirty="0"/>
          </a:p>
          <a:p>
            <a:endParaRPr lang="en-IN" dirty="0"/>
          </a:p>
          <a:p>
            <a:r>
              <a:rPr lang="en-IN" dirty="0"/>
              <a:t> 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DOTS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Main difficulties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Unpredictable customer demand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Difficulty estimating item-wise demand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Changing factors like weather, events and holidays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 Limited use of past consumption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Root causes</a:t>
            </a:r>
          </a:p>
          <a:p>
            <a:r>
              <a:rPr lang="en-IN" b="1" dirty="0"/>
              <a:t>       Demand is influenced by many changing factors, making manual prediction unreliable.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Consequences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Food wastage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Shortages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Financial losses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Wasted ingredients, energy and labour</a:t>
            </a:r>
          </a:p>
          <a:p>
            <a:br>
              <a:rPr lang="en-IN" dirty="0"/>
            </a:br>
            <a:endParaRPr lang="en-IN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DOTS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Existing methods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Manual estimation based on experience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Previous day's/week's sales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Basic inventory management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Pre-ordering systems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Limitations</a:t>
            </a:r>
          </a:p>
          <a:p>
            <a:r>
              <a:rPr lang="en-IN" dirty="0"/>
              <a:t>     These methods generally </a:t>
            </a:r>
            <a:r>
              <a:rPr lang="en-IN" b="1" dirty="0"/>
              <a:t>do not continuously learn from multiple factors and predict future demand </a:t>
            </a:r>
          </a:p>
          <a:p>
            <a:r>
              <a:rPr lang="en-IN" b="1" dirty="0"/>
              <a:t>     accurately for each food item.</a:t>
            </a:r>
            <a:endParaRPr lang="en-IN" dirty="0"/>
          </a:p>
          <a:p>
            <a:endParaRPr lang="en-IN" b="1" dirty="0"/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Gap</a:t>
            </a:r>
          </a:p>
          <a:p>
            <a:r>
              <a:rPr lang="en-IN" b="1" dirty="0"/>
              <a:t>     There is a need for an intelligent system that combines historical consumption with real-world factors to</a:t>
            </a:r>
          </a:p>
          <a:p>
            <a:r>
              <a:rPr lang="en-IN" b="1" dirty="0"/>
              <a:t>     make more accurate demand predictions.</a:t>
            </a:r>
            <a:endParaRPr lang="en-IN" dirty="0"/>
          </a:p>
          <a:p>
            <a:endParaRPr lang="en-IN" b="1" dirty="0"/>
          </a:p>
          <a:p>
            <a:endParaRPr lang="en-IN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DOTS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39"/>
            <a:ext cx="10424160" cy="401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Hardware Requirements</a:t>
            </a:r>
          </a:p>
          <a:p>
            <a:r>
              <a:rPr lang="en-IN" b="1" dirty="0"/>
              <a:t>     </a:t>
            </a:r>
            <a:r>
              <a:rPr lang="en-IN" dirty="0"/>
              <a:t>Existing computers/tablets or POS systems used by the food-service provider.</a:t>
            </a:r>
            <a:endParaRPr lang="en-IN" b="1" dirty="0"/>
          </a:p>
          <a:p>
            <a:endParaRPr lang="en-IN" dirty="0"/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Software Requirements</a:t>
            </a:r>
          </a:p>
          <a:p>
            <a:pPr lvl="0"/>
            <a:r>
              <a:rPr lang="en-IN" dirty="0"/>
              <a:t>     AI/ML demand forecasting model</a:t>
            </a:r>
          </a:p>
          <a:p>
            <a:pPr lvl="0"/>
            <a:r>
              <a:rPr lang="en-IN" dirty="0"/>
              <a:t>     Database for past sales/consumption data</a:t>
            </a:r>
          </a:p>
          <a:p>
            <a:pPr lvl="0"/>
            <a:r>
              <a:rPr lang="en-IN" dirty="0"/>
              <a:t>     Weather and calendar/event data</a:t>
            </a:r>
          </a:p>
          <a:p>
            <a:pPr lvl="0"/>
            <a:r>
              <a:rPr lang="en-IN" dirty="0"/>
              <a:t>     Simple dashboard for staff</a:t>
            </a:r>
          </a:p>
          <a:p>
            <a:pPr lvl="0"/>
            <a:endParaRPr lang="en-IN" dirty="0"/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Other Resources</a:t>
            </a:r>
          </a:p>
          <a:p>
            <a:r>
              <a:rPr lang="en-IN" b="1" dirty="0"/>
              <a:t>     </a:t>
            </a:r>
            <a:r>
              <a:rPr lang="en-IN" dirty="0"/>
              <a:t>Historical sales/food consumption data</a:t>
            </a:r>
          </a:p>
          <a:p>
            <a:pPr lvl="0"/>
            <a:r>
              <a:rPr lang="en-IN" dirty="0"/>
              <a:t>     Information about holidays and events</a:t>
            </a:r>
          </a:p>
          <a:p>
            <a:pPr lvl="0"/>
            <a:r>
              <a:rPr lang="en-IN" dirty="0"/>
              <a:t>     Customer footfall data, if available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DOTS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1147612" cy="400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What our team intends to do</a:t>
            </a:r>
          </a:p>
          <a:p>
            <a:r>
              <a:rPr lang="en-IN" dirty="0"/>
              <a:t>       Develop an </a:t>
            </a:r>
            <a:r>
              <a:rPr lang="en-IN" b="1" dirty="0"/>
              <a:t>AI-based food demand forecasting system</a:t>
            </a:r>
            <a:r>
              <a:rPr lang="en-IN" dirty="0"/>
              <a:t> that </a:t>
            </a:r>
            <a:r>
              <a:rPr lang="en-IN" dirty="0" err="1"/>
              <a:t>analyzes</a:t>
            </a:r>
            <a:r>
              <a:rPr lang="en-IN" dirty="0"/>
              <a:t> historical consumption and factors such as</a:t>
            </a:r>
          </a:p>
          <a:p>
            <a:r>
              <a:rPr lang="en-IN" dirty="0"/>
              <a:t>       weather, holidays, events and customer footfall.</a:t>
            </a:r>
          </a:p>
          <a:p>
            <a:endParaRPr lang="en-IN" dirty="0"/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What we want to improve</a:t>
            </a:r>
          </a:p>
          <a:p>
            <a:r>
              <a:rPr lang="en-IN" b="1" dirty="0"/>
              <a:t>       The accuracy of daily and item-wise food demand prediction.</a:t>
            </a:r>
          </a:p>
          <a:p>
            <a:endParaRPr lang="en-IN" dirty="0"/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Expected outcome</a:t>
            </a:r>
          </a:p>
          <a:p>
            <a:r>
              <a:rPr lang="en-IN" dirty="0"/>
              <a:t>       Help food-service providers </a:t>
            </a:r>
            <a:r>
              <a:rPr lang="en-IN" b="1" dirty="0"/>
              <a:t>prepare the right quantity of food</a:t>
            </a:r>
            <a:r>
              <a:rPr lang="en-IN" dirty="0"/>
              <a:t>, reducing unnecessary waste while avoiding</a:t>
            </a:r>
          </a:p>
          <a:p>
            <a:r>
              <a:rPr lang="en-IN" dirty="0"/>
              <a:t>       shortages.</a:t>
            </a:r>
          </a:p>
          <a:p>
            <a:r>
              <a:rPr lang="en-IN" sz="1800" dirty="0"/>
              <a:t>        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DOTS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Who will handle which part of the execution</a:t>
            </a:r>
            <a:endParaRPr lang="en-US" sz="1800" dirty="0"/>
          </a:p>
        </p:txBody>
      </p:sp>
      <p:graphicFrame>
        <p:nvGraphicFramePr>
          <p:cNvPr id="10" name="Team Contrib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245407"/>
              </p:ext>
            </p:extLst>
          </p:nvPr>
        </p:nvGraphicFramePr>
        <p:xfrm>
          <a:off x="548640" y="2194560"/>
          <a:ext cx="11094415" cy="34747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4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in Execution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 SAHU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Research &amp; Problem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Research the problem, causes and existing approaches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K.V RUBIKA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AI/Technology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Plan the demand prediction approach and required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KATTA HAMSHIKA PADMINI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Solution &amp; Design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Develop the solution flow and user experience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CHITTEM AMRUTHA VARSHINI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Presentation &amp; Documentation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Prepare PPT, pitch and final documentation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839</Words>
  <Application>Microsoft Macintosh PowerPoint</Application>
  <PresentationFormat>Widescreen</PresentationFormat>
  <Paragraphs>171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Wingdings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  <vt:lpstr>TEAM CONTRIBUTION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sneha.officials02@gmail.com</cp:lastModifiedBy>
  <cp:revision>4</cp:revision>
  <dcterms:created xsi:type="dcterms:W3CDTF">2026-10-07T15:27:40Z</dcterms:created>
  <dcterms:modified xsi:type="dcterms:W3CDTF">2026-10-09T17:44:12Z</dcterms:modified>
</cp:coreProperties>
</file>